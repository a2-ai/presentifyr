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CA6"/>
    <a:srgbClr val="286A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9" autoAdjust="0"/>
    <p:restoredTop sz="94643"/>
  </p:normalViewPr>
  <p:slideViewPr>
    <p:cSldViewPr snapToGrid="0">
      <p:cViewPr varScale="1">
        <p:scale>
          <a:sx n="105" d="100"/>
          <a:sy n="105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50DF-429D-AE68-27C6-D5CE8D2E3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>
                <a:solidFill>
                  <a:srgbClr val="286AB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68E24-2351-EA9C-E11B-51F7298F7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9F813-7F52-5E23-8411-34C25E71D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375C-9754-4EA2-97C9-0ABC2B16F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3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dotted wave&#10;&#10;Description automatically generated">
            <a:extLst>
              <a:ext uri="{FF2B5EF4-FFF2-40B4-BE49-F238E27FC236}">
                <a16:creationId xmlns:a16="http://schemas.microsoft.com/office/drawing/2014/main" id="{28B3BAED-DBDD-A42E-D89D-2232CB2B2A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8950DF-429D-AE68-27C6-D5CE8D2E3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68E24-2351-EA9C-E11B-51F7298F7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B79A1685-F861-2EF4-B3EC-F0F4793871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0" t="41014" r="22799" b="34585"/>
          <a:stretch/>
        </p:blipFill>
        <p:spPr>
          <a:xfrm>
            <a:off x="9877926" y="23811"/>
            <a:ext cx="2247619" cy="67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19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1270-A883-999E-4706-D9BB45B07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18325-C722-3A7C-7596-E8A233E05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6CBBB-9B8E-72F8-6E18-883A829F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375C-9754-4EA2-97C9-0ABC2B16F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66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6CBBB-9B8E-72F8-6E18-883A829F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375C-9754-4EA2-97C9-0ABC2B16F4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2DC78EA-71C2-21B1-F4BB-F9F90F64B5C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57732" y="1737521"/>
            <a:ext cx="3799637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2F5AE02-5BBA-F056-CDDF-067C496E4D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95418" y="1737521"/>
            <a:ext cx="6400800" cy="4572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21F611-A1C8-671D-07CE-B115F7913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3775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8BFF7-3C39-D6D0-E5EE-364368DD5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4C3DD-4110-10BE-E5A5-9D903479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873" y="1353312"/>
            <a:ext cx="6400800" cy="4572000"/>
          </a:xfrm>
        </p:spPr>
        <p:txBody>
          <a:bodyPr/>
          <a:lstStyle>
            <a:lvl1pPr marL="0" indent="0">
              <a:buNone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24F838-6C68-5D39-7816-79918257A0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AF375C-9754-4EA2-97C9-0ABC2B16F4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AFC94C1-0FFB-A0E5-32DD-E38C382EBAD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6612" y="2312907"/>
            <a:ext cx="3932237" cy="354814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9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9840-5330-AB68-2A9F-21B39B56D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20111-5C61-FC6B-D898-992C466E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375C-9754-4EA2-97C9-0ABC2B16F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4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24EFB-27E6-D0F5-13AC-D579D7A68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375C-9754-4EA2-97C9-0ABC2B16F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80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155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419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235E2-D2F9-606B-97EA-1BEC88AFA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61BB2-E2F2-0394-2D29-5F6F5C012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C0033-21F4-E92A-6162-9E1532ECB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FEB9C-72FB-50FB-3D3D-F70DAD0D9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375C-9754-4EA2-97C9-0ABC2B16F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54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BE0EE-4970-D5F5-2127-29BA9FF42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08F42-31F8-88C9-7FDA-5A198E7A4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18235-6259-7B09-83F0-AC44F8BFA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795444-F952-2613-02DC-962A6A95A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81E1EF-213A-290E-6AC4-11F27D91C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D65D78-86C9-603C-21AA-ABE56C09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375C-9754-4EA2-97C9-0ABC2B16F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90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DEF45-48F5-21FB-C808-76C7CEA2C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1721F-7F04-D246-B312-25E268230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rgbClr val="009CA6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B7E9B-9414-2BEB-E44B-91C746FD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375C-9754-4EA2-97C9-0ABC2B16F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11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dotted wave&#10;&#10;Description automatically generated">
            <a:extLst>
              <a:ext uri="{FF2B5EF4-FFF2-40B4-BE49-F238E27FC236}">
                <a16:creationId xmlns:a16="http://schemas.microsoft.com/office/drawing/2014/main" id="{28B3BAED-DBDD-A42E-D89D-2232CB2B2A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2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B79A1685-F861-2EF4-B3EC-F0F4793871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0" t="41014" r="22799" b="34585"/>
          <a:stretch/>
        </p:blipFill>
        <p:spPr>
          <a:xfrm>
            <a:off x="3339372" y="1590871"/>
            <a:ext cx="5192025" cy="15676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D44086-06B0-740F-E61B-617CBD0DDCF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b="6034"/>
          <a:stretch/>
        </p:blipFill>
        <p:spPr>
          <a:xfrm>
            <a:off x="2111135" y="3078495"/>
            <a:ext cx="7648501" cy="70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70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6;p1">
            <a:extLst>
              <a:ext uri="{FF2B5EF4-FFF2-40B4-BE49-F238E27FC236}">
                <a16:creationId xmlns:a16="http://schemas.microsoft.com/office/drawing/2014/main" id="{7FFEBF6B-B79B-D2A3-D4F1-3A23750CDBB3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 r="6875"/>
          <a:stretch/>
        </p:blipFill>
        <p:spPr>
          <a:xfrm>
            <a:off x="2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A502F4-BFBF-662A-47CD-6D2CBAD1D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789AA-2DDF-3CE9-F9DC-6FE92616A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C9C1C-D8FF-0355-3DD5-54597C363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F375C-9754-4EA2-97C9-0ABC2B16F43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oogle Shape;9;p1">
            <a:extLst>
              <a:ext uri="{FF2B5EF4-FFF2-40B4-BE49-F238E27FC236}">
                <a16:creationId xmlns:a16="http://schemas.microsoft.com/office/drawing/2014/main" id="{D22E9774-969D-D7A3-20C6-F9F8104036C6}"/>
              </a:ext>
            </a:extLst>
          </p:cNvPr>
          <p:cNvGrpSpPr/>
          <p:nvPr userDrawn="1"/>
        </p:nvGrpSpPr>
        <p:grpSpPr>
          <a:xfrm>
            <a:off x="9840649" y="6600431"/>
            <a:ext cx="2351351" cy="242088"/>
            <a:chOff x="6637502" y="4809484"/>
            <a:chExt cx="2346657" cy="241605"/>
          </a:xfrm>
        </p:grpSpPr>
        <p:pic>
          <p:nvPicPr>
            <p:cNvPr id="9" name="Google Shape;10;p1" descr="Icon&#10;&#10;Description automatically generated">
              <a:extLst>
                <a:ext uri="{FF2B5EF4-FFF2-40B4-BE49-F238E27FC236}">
                  <a16:creationId xmlns:a16="http://schemas.microsoft.com/office/drawing/2014/main" id="{8DB82593-5FCE-8296-9771-D54273BA719B}"/>
                </a:ext>
              </a:extLst>
            </p:cNvPr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8162146" y="4809484"/>
              <a:ext cx="822013" cy="24160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" name="Google Shape;11;p1">
              <a:extLst>
                <a:ext uri="{FF2B5EF4-FFF2-40B4-BE49-F238E27FC236}">
                  <a16:creationId xmlns:a16="http://schemas.microsoft.com/office/drawing/2014/main" id="{2D6A7605-F1C7-A8C6-A2DF-30E8F2B327B7}"/>
                </a:ext>
              </a:extLst>
            </p:cNvPr>
            <p:cNvGrpSpPr/>
            <p:nvPr/>
          </p:nvGrpSpPr>
          <p:grpSpPr>
            <a:xfrm>
              <a:off x="6637502" y="4975225"/>
              <a:ext cx="1394011" cy="58500"/>
              <a:chOff x="6637502" y="4975225"/>
              <a:chExt cx="1394011" cy="58500"/>
            </a:xfrm>
          </p:grpSpPr>
          <p:sp>
            <p:nvSpPr>
              <p:cNvPr id="11" name="Google Shape;12;p1">
                <a:extLst>
                  <a:ext uri="{FF2B5EF4-FFF2-40B4-BE49-F238E27FC236}">
                    <a16:creationId xmlns:a16="http://schemas.microsoft.com/office/drawing/2014/main" id="{DE967248-837D-5A0D-912B-B170B9ED57E5}"/>
                  </a:ext>
                </a:extLst>
              </p:cNvPr>
              <p:cNvSpPr/>
              <p:nvPr/>
            </p:nvSpPr>
            <p:spPr>
              <a:xfrm>
                <a:off x="7970613" y="4975225"/>
                <a:ext cx="60900" cy="58500"/>
              </a:xfrm>
              <a:prstGeom prst="rect">
                <a:avLst/>
              </a:prstGeom>
              <a:solidFill>
                <a:srgbClr val="D0D0C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 b="0" i="0" u="none" strike="noStrike" cap="none" dirty="0">
                  <a:solidFill>
                    <a:schemeClr val="lt1"/>
                  </a:solidFill>
                  <a:latin typeface="Arial" panose="020B0604020202020204" pitchFamily="34" charset="0"/>
                  <a:ea typeface="Calibri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2" name="Google Shape;13;p1">
                <a:extLst>
                  <a:ext uri="{FF2B5EF4-FFF2-40B4-BE49-F238E27FC236}">
                    <a16:creationId xmlns:a16="http://schemas.microsoft.com/office/drawing/2014/main" id="{272A8E32-7330-E1C2-742A-D6B62BF70AD7}"/>
                  </a:ext>
                </a:extLst>
              </p:cNvPr>
              <p:cNvSpPr/>
              <p:nvPr/>
            </p:nvSpPr>
            <p:spPr>
              <a:xfrm>
                <a:off x="7748427" y="4975225"/>
                <a:ext cx="60900" cy="58500"/>
              </a:xfrm>
              <a:prstGeom prst="rect">
                <a:avLst/>
              </a:prstGeom>
              <a:solidFill>
                <a:srgbClr val="D0D0CE">
                  <a:alpha val="84705"/>
                </a:srgbClr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 b="0" i="0" u="none" strike="noStrike" cap="none" dirty="0">
                  <a:solidFill>
                    <a:schemeClr val="lt1"/>
                  </a:solidFill>
                  <a:latin typeface="Arial" panose="020B0604020202020204" pitchFamily="34" charset="0"/>
                  <a:ea typeface="Calibri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3" name="Google Shape;14;p1">
                <a:extLst>
                  <a:ext uri="{FF2B5EF4-FFF2-40B4-BE49-F238E27FC236}">
                    <a16:creationId xmlns:a16="http://schemas.microsoft.com/office/drawing/2014/main" id="{9A967EA3-ED44-87E9-27E1-224D75188015}"/>
                  </a:ext>
                </a:extLst>
              </p:cNvPr>
              <p:cNvSpPr/>
              <p:nvPr/>
            </p:nvSpPr>
            <p:spPr>
              <a:xfrm>
                <a:off x="7526242" y="4975225"/>
                <a:ext cx="60900" cy="58500"/>
              </a:xfrm>
              <a:prstGeom prst="rect">
                <a:avLst/>
              </a:prstGeom>
              <a:solidFill>
                <a:srgbClr val="D0D0CE">
                  <a:alpha val="69803"/>
                </a:srgbClr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 b="0" i="0" u="none" strike="noStrike" cap="none" dirty="0">
                  <a:solidFill>
                    <a:schemeClr val="lt1"/>
                  </a:solidFill>
                  <a:latin typeface="Arial" panose="020B0604020202020204" pitchFamily="34" charset="0"/>
                  <a:ea typeface="Calibri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4" name="Google Shape;15;p1">
                <a:extLst>
                  <a:ext uri="{FF2B5EF4-FFF2-40B4-BE49-F238E27FC236}">
                    <a16:creationId xmlns:a16="http://schemas.microsoft.com/office/drawing/2014/main" id="{F5D5D807-EB98-F921-15FC-6D31535DC261}"/>
                  </a:ext>
                </a:extLst>
              </p:cNvPr>
              <p:cNvSpPr/>
              <p:nvPr/>
            </p:nvSpPr>
            <p:spPr>
              <a:xfrm>
                <a:off x="7304057" y="4975225"/>
                <a:ext cx="60900" cy="58500"/>
              </a:xfrm>
              <a:prstGeom prst="rect">
                <a:avLst/>
              </a:prstGeom>
              <a:solidFill>
                <a:srgbClr val="D0D0CE">
                  <a:alpha val="54901"/>
                </a:srgbClr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 b="0" i="0" u="none" strike="noStrike" cap="none" dirty="0">
                  <a:solidFill>
                    <a:schemeClr val="lt1"/>
                  </a:solidFill>
                  <a:latin typeface="Arial" panose="020B0604020202020204" pitchFamily="34" charset="0"/>
                  <a:ea typeface="Calibri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5" name="Google Shape;16;p1">
                <a:extLst>
                  <a:ext uri="{FF2B5EF4-FFF2-40B4-BE49-F238E27FC236}">
                    <a16:creationId xmlns:a16="http://schemas.microsoft.com/office/drawing/2014/main" id="{7D9873AA-02F2-B096-064D-57FF49CB46A9}"/>
                  </a:ext>
                </a:extLst>
              </p:cNvPr>
              <p:cNvSpPr/>
              <p:nvPr/>
            </p:nvSpPr>
            <p:spPr>
              <a:xfrm>
                <a:off x="7081872" y="4975225"/>
                <a:ext cx="60900" cy="58500"/>
              </a:xfrm>
              <a:prstGeom prst="rect">
                <a:avLst/>
              </a:prstGeom>
              <a:solidFill>
                <a:srgbClr val="D0D0CE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 b="0" i="0" u="none" strike="noStrike" cap="none" dirty="0">
                  <a:solidFill>
                    <a:schemeClr val="lt1"/>
                  </a:solidFill>
                  <a:latin typeface="Arial" panose="020B0604020202020204" pitchFamily="34" charset="0"/>
                  <a:ea typeface="Calibri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6" name="Google Shape;17;p1">
                <a:extLst>
                  <a:ext uri="{FF2B5EF4-FFF2-40B4-BE49-F238E27FC236}">
                    <a16:creationId xmlns:a16="http://schemas.microsoft.com/office/drawing/2014/main" id="{C2456A11-B82C-7666-5BD7-8323B585CAB3}"/>
                  </a:ext>
                </a:extLst>
              </p:cNvPr>
              <p:cNvSpPr/>
              <p:nvPr/>
            </p:nvSpPr>
            <p:spPr>
              <a:xfrm>
                <a:off x="6859687" y="4975225"/>
                <a:ext cx="60900" cy="58500"/>
              </a:xfrm>
              <a:prstGeom prst="rect">
                <a:avLst/>
              </a:prstGeom>
              <a:solidFill>
                <a:srgbClr val="D0D0CE">
                  <a:alpha val="24705"/>
                </a:srgbClr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 b="0" i="0" u="none" strike="noStrike" cap="none" dirty="0">
                  <a:solidFill>
                    <a:schemeClr val="lt1"/>
                  </a:solidFill>
                  <a:latin typeface="Arial" panose="020B0604020202020204" pitchFamily="34" charset="0"/>
                  <a:ea typeface="Calibri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7" name="Google Shape;18;p1">
                <a:extLst>
                  <a:ext uri="{FF2B5EF4-FFF2-40B4-BE49-F238E27FC236}">
                    <a16:creationId xmlns:a16="http://schemas.microsoft.com/office/drawing/2014/main" id="{7479CF25-CD32-021C-57D7-1C17AA0192D9}"/>
                  </a:ext>
                </a:extLst>
              </p:cNvPr>
              <p:cNvSpPr/>
              <p:nvPr/>
            </p:nvSpPr>
            <p:spPr>
              <a:xfrm>
                <a:off x="6637502" y="4975225"/>
                <a:ext cx="60900" cy="58500"/>
              </a:xfrm>
              <a:prstGeom prst="rect">
                <a:avLst/>
              </a:prstGeom>
              <a:solidFill>
                <a:srgbClr val="D0D0CE">
                  <a:alpha val="9803"/>
                </a:srgbClr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50" b="0" i="0" u="none" strike="noStrike" cap="none" dirty="0">
                  <a:solidFill>
                    <a:schemeClr val="lt1"/>
                  </a:solidFill>
                  <a:latin typeface="Arial" panose="020B0604020202020204" pitchFamily="34" charset="0"/>
                  <a:ea typeface="Calibri"/>
                  <a:cs typeface="Arial" panose="020B0604020202020204" pitchFamily="34" charset="0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1547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49" r:id="rId2"/>
    <p:sldLayoutId id="2147483650" r:id="rId3"/>
    <p:sldLayoutId id="2147483659" r:id="rId4"/>
    <p:sldLayoutId id="2147483656" r:id="rId5"/>
    <p:sldLayoutId id="2147483654" r:id="rId6"/>
    <p:sldLayoutId id="2147483655" r:id="rId7"/>
    <p:sldLayoutId id="2147483660" r:id="rId8"/>
    <p:sldLayoutId id="2147483661" r:id="rId9"/>
    <p:sldLayoutId id="2147483652" r:id="rId10"/>
    <p:sldLayoutId id="2147483653" r:id="rId11"/>
    <p:sldLayoutId id="2147483651" r:id="rId12"/>
    <p:sldLayoutId id="214748366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286AB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A2-Ai-2024-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2-Ai-Slide-Template-2024" id="{08682865-A433-4A11-A2C7-1610CDF71DB5}" vid="{51E4D8FE-914C-40C8-9C8F-89CAD2B475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A2-Ai-Slide-Template-2024</Template>
  <TotalTime>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Wingdings</vt:lpstr>
      <vt:lpstr>A2-Ai-2024-Theme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Schapiro</dc:creator>
  <cp:lastModifiedBy>Jacob Dumbleton</cp:lastModifiedBy>
  <cp:revision>2</cp:revision>
  <dcterms:created xsi:type="dcterms:W3CDTF">2024-11-25T20:55:25Z</dcterms:created>
  <dcterms:modified xsi:type="dcterms:W3CDTF">2025-01-09T15:23:35Z</dcterms:modified>
</cp:coreProperties>
</file>